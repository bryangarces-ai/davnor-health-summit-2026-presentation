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70" r:id="rId5"/>
    <p:sldId id="261" r:id="rId6"/>
    <p:sldId id="260" r:id="rId7"/>
    <p:sldId id="258" r:id="rId8"/>
    <p:sldId id="262" r:id="rId9"/>
    <p:sldId id="263" r:id="rId10"/>
    <p:sldId id="264" r:id="rId11"/>
    <p:sldId id="265" r:id="rId12"/>
    <p:sldId id="271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D691-BF8F-441C-A58D-88AD1B64B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BD092-EB29-4525-82B7-143D5011A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FA9D4-0DB6-408D-8C37-778B6B8A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738CB-E344-4A13-8093-98422C96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7698-59DF-457C-8302-0FA0A23D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577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413C-3DF3-40A6-9A07-110C7B677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581EB-54B0-4651-B167-00DF7886C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05E68-6A8D-4D42-82A4-E4329BBC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9C168-DE87-436C-899E-2609EECD6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CE972-E954-47C5-B849-184493E7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349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97F2-FCF3-4E14-8042-B0E2D1649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13321-BDF6-45C8-869F-B18555D7F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92044-FDB4-4E93-AA30-E8845440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B8978-E5C1-4397-849E-830612026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67031-C9D7-43A3-8412-7A833072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486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12D5-CC2F-4EF9-AAF4-30F17CE8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91208-169C-4802-86B0-6408CC064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CA61C-F364-4895-8DAE-6FB204433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30F4C-4425-4D8C-9E45-EC412A14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B0008-E8AD-448D-A09F-8CDC3803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7C0E0-BA3B-4F2D-8402-DDD15819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929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E86A5-73D3-4FE6-AA9F-D91035B4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EE369-0D85-4B1A-ADEF-260DC985C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9C7F1-68A3-4ADE-B283-4B4F2422C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53894-BBBF-4848-B4E6-4EA4AE687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03E004-A523-45F6-82AC-6CB3981CD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C0E839-8EA2-4BC9-AFA6-9FEC5AF0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C35B6-50D1-4C43-9BD4-0D0B6C16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A41F0-6D9F-4A6C-BB21-C5899F37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370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83E55-4371-4558-99CC-CA137980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56C8D-5F1E-4334-8650-FF876A35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F5C28-0CA1-421C-BE37-32522A6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DCFFE-B5F4-45C2-BCB7-5105014F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36023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CC10C-5620-49F1-BACC-DB925EECC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D2437-9B74-4F14-B089-984415BE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33D03-5D68-41DD-ADE0-1BC9BDB3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3945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7B4A6-79C0-47C2-B6B7-97B42347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CDEBD-66EF-4316-A39D-B688DB4BB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E1402-F8E2-434E-8574-B820610A4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441C1-2637-4E33-8E2D-08FFAD39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EECFF-E541-41E9-A417-37DF8156F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B3348-ABB5-4FDD-8E50-26EC7A92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2675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5CCE-517A-4FF9-80AB-3ED670A4A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6E42B-A6CE-4D79-915A-F3F453E46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A4A8-EF31-456C-9C59-5DE42E346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E38F8-A62C-4F9A-85A4-CDE893D59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56280-68F2-4FA5-9737-E6D2640D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30289-B4FE-4972-A18E-8EFEBAE4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4650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B669-8417-4E69-A03A-7DBA4BB5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D2C27-9376-4516-ACD8-668A74FF4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6F689-F07D-4A65-AFC1-AD771588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98B73-9C0C-4F9D-8BAF-4572BCDF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0EB96-4960-4FEF-9026-9F372F3C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353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377682-2164-47F9-B924-87FA8E697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B3267-BB28-491F-96A6-5463B39FF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BA241-F0B7-4F0C-AD35-EEDFB7B3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8F21A-F286-482B-AD97-91BFFFB3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85562-3C34-48A0-B12F-266C91F3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733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A58E0E-F8EE-4895-91EE-E04457D1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CDDB-5EDD-4E5D-ABBE-D62BBF64E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066E7-7AB9-484F-9EA2-1C47C09EE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50B98-4B61-4834-82BA-CA68B45E414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1B0C6-598B-4F02-B606-D74959A57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78140-683D-4D7A-BD8A-3D7DC7999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D9B62-DD09-4BEF-A6E3-75FD38087AA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214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9320BF-4335-404F-9E53-57704763B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7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6522" y="1922609"/>
            <a:ext cx="11122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ACKNOWLEDGEMENT OF PARTICIPANTS</a:t>
            </a:r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1938" y="2883877"/>
            <a:ext cx="93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LESLEY C. CADUA, RN, MN</a:t>
            </a:r>
            <a:endParaRPr lang="en-US" sz="36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4354" y="3437792"/>
            <a:ext cx="932042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NURSE III</a:t>
            </a:r>
            <a:endParaRPr lang="en-US" sz="3200" b="1" dirty="0">
              <a:ln w="22225">
                <a:noFill/>
                <a:prstDash val="solid"/>
              </a:ln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1938" y="4075331"/>
            <a:ext cx="93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HELBERT C. ZAMORA, RN</a:t>
            </a:r>
            <a:endParaRPr lang="en-US" sz="36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56947" y="4642553"/>
            <a:ext cx="932042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NURSE III</a:t>
            </a:r>
            <a:endParaRPr lang="en-US" sz="3200" b="1" dirty="0">
              <a:ln w="22225">
                <a:noFill/>
                <a:prstDash val="solid"/>
              </a:ln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60882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5167" y="1922609"/>
            <a:ext cx="88815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OPENING REMARKS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859094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ALFREDO A. LACERONA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226" y="3690091"/>
            <a:ext cx="929754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PROVINCIAL HEALTH OFFICER II</a:t>
            </a:r>
          </a:p>
        </p:txBody>
      </p:sp>
    </p:spTree>
    <p:extLst>
      <p:ext uri="{BB962C8B-B14F-4D97-AF65-F5344CB8AC3E}">
        <p14:creationId xmlns:p14="http://schemas.microsoft.com/office/powerpoint/2010/main" val="56485913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5167" y="1922609"/>
            <a:ext cx="88815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GUEST SPEAKER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859094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HON. CLARICE T. JUBAHIB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226" y="3690091"/>
            <a:ext cx="929754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00B0F0"/>
                </a:solidFill>
                <a:latin typeface="Century Gothic" panose="020B0502020202020204" pitchFamily="34" charset="0"/>
              </a:rPr>
              <a:t>VICE GOVERNOR</a:t>
            </a:r>
          </a:p>
        </p:txBody>
      </p:sp>
    </p:spTree>
    <p:extLst>
      <p:ext uri="{BB962C8B-B14F-4D97-AF65-F5344CB8AC3E}">
        <p14:creationId xmlns:p14="http://schemas.microsoft.com/office/powerpoint/2010/main" val="380116359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3043" y="1907176"/>
            <a:ext cx="102059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RECOGNITION OF SPECIAL AWARDS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859094"/>
            <a:ext cx="92975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AWARDEES</a:t>
            </a:r>
          </a:p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INDIVIDUAL AWARDEES</a:t>
            </a:r>
          </a:p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MANAGERS</a:t>
            </a:r>
          </a:p>
        </p:txBody>
      </p:sp>
    </p:spTree>
    <p:extLst>
      <p:ext uri="{BB962C8B-B14F-4D97-AF65-F5344CB8AC3E}">
        <p14:creationId xmlns:p14="http://schemas.microsoft.com/office/powerpoint/2010/main" val="225825984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0800" y="1720321"/>
            <a:ext cx="94239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PRESENTATION OF CRITERIA FOR HEALTH SUMMIT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984337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VERGEL JAY T. BAUTISTA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226" y="3873663"/>
            <a:ext cx="929754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PROVINCIAL HEALTH TEAM LEADER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DAVAO DEL NORTE</a:t>
            </a:r>
          </a:p>
        </p:txBody>
      </p:sp>
    </p:spTree>
    <p:extLst>
      <p:ext uri="{BB962C8B-B14F-4D97-AF65-F5344CB8AC3E}">
        <p14:creationId xmlns:p14="http://schemas.microsoft.com/office/powerpoint/2010/main" val="9585251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0800" y="1720321"/>
            <a:ext cx="94239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PRESENTATION OF RESULTS FOR HEALTH SUMMIT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984337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ALFREDO A. LACERONA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226" y="3873663"/>
            <a:ext cx="929754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PROVINCIAL HEALTH OFFICER II</a:t>
            </a:r>
          </a:p>
        </p:txBody>
      </p:sp>
    </p:spTree>
    <p:extLst>
      <p:ext uri="{BB962C8B-B14F-4D97-AF65-F5344CB8AC3E}">
        <p14:creationId xmlns:p14="http://schemas.microsoft.com/office/powerpoint/2010/main" val="27372854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AWARDING OF CONSOLATION BARANGAYS AND MUNICIPALITIES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7752" y="2923375"/>
            <a:ext cx="9297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CATEGORY</a:t>
            </a:r>
          </a:p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CATEGORY</a:t>
            </a:r>
          </a:p>
        </p:txBody>
      </p:sp>
    </p:spTree>
    <p:extLst>
      <p:ext uri="{BB962C8B-B14F-4D97-AF65-F5344CB8AC3E}">
        <p14:creationId xmlns:p14="http://schemas.microsoft.com/office/powerpoint/2010/main" val="94540625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0800" y="1821921"/>
            <a:ext cx="9423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INSPIRATIONAL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99" y="2984337"/>
            <a:ext cx="10430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ELLENIETTA HMV N. GAMOLO, MD, MPH, CESO 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959" y="3556575"/>
            <a:ext cx="929754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OIC- REGIONAL DIRECTOR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CENTER FOR HEALTH AND DEVELOPMENT XI</a:t>
            </a:r>
          </a:p>
        </p:txBody>
      </p:sp>
    </p:spTree>
    <p:extLst>
      <p:ext uri="{BB962C8B-B14F-4D97-AF65-F5344CB8AC3E}">
        <p14:creationId xmlns:p14="http://schemas.microsoft.com/office/powerpoint/2010/main" val="409415363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AWARDING OF TOP PERFORMING BARANGAYS, CITIES AND MUNICIPALITIES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7752" y="3578760"/>
            <a:ext cx="9297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3 PERFORMING BARANGAY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3 PERFORMING CITIES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3 PERFORMING MUNICIPALITIES</a:t>
            </a:r>
          </a:p>
        </p:txBody>
      </p:sp>
    </p:spTree>
    <p:extLst>
      <p:ext uri="{BB962C8B-B14F-4D97-AF65-F5344CB8AC3E}">
        <p14:creationId xmlns:p14="http://schemas.microsoft.com/office/powerpoint/2010/main" val="361374049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0800" y="1821921"/>
            <a:ext cx="9423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98" y="2764204"/>
            <a:ext cx="10430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HON. EDWIN I. JUBAHIB, MMPA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5690" y="3481808"/>
            <a:ext cx="929754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00B0F0"/>
                </a:solidFill>
                <a:latin typeface="Century Gothic" panose="020B0502020202020204" pitchFamily="34" charset="0"/>
              </a:rPr>
              <a:t>GOVERNOR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00B0F0"/>
                </a:solidFill>
                <a:latin typeface="Century Gothic" panose="020B0502020202020204" pitchFamily="34" charset="0"/>
              </a:rPr>
              <a:t>PROVINCE OF DAVAO DEL NORTE</a:t>
            </a:r>
          </a:p>
        </p:txBody>
      </p:sp>
    </p:spTree>
    <p:extLst>
      <p:ext uri="{BB962C8B-B14F-4D97-AF65-F5344CB8AC3E}">
        <p14:creationId xmlns:p14="http://schemas.microsoft.com/office/powerpoint/2010/main" val="286244094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0800" y="1821921"/>
            <a:ext cx="9423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98" y="2764204"/>
            <a:ext cx="10430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HON. </a:t>
            </a:r>
            <a:r>
              <a:rPr lang="en-US" sz="4800" b="1" dirty="0" smtClean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LEONIDAS R. BAHAGUE</a:t>
            </a:r>
            <a:endParaRPr lang="en-US" sz="4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55690" y="3481808"/>
            <a:ext cx="929754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CARMEN MUNICIPAL MAYOR</a:t>
            </a:r>
            <a:endParaRPr lang="en-US" sz="3200" b="1" dirty="0">
              <a:ln w="22225">
                <a:noFill/>
                <a:prstDash val="solid"/>
              </a:ln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56028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0800" y="1821921"/>
            <a:ext cx="9423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HEALTH SUMMIT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533" y="2738804"/>
            <a:ext cx="10430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SEARCH FOR BEST DRESSED</a:t>
            </a:r>
          </a:p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FLORAL</a:t>
            </a:r>
          </a:p>
        </p:txBody>
      </p:sp>
    </p:spTree>
    <p:extLst>
      <p:ext uri="{BB962C8B-B14F-4D97-AF65-F5344CB8AC3E}">
        <p14:creationId xmlns:p14="http://schemas.microsoft.com/office/powerpoint/2010/main" val="419708228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0800" y="1821921"/>
            <a:ext cx="9423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CLOSING REMARKS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98" y="2764204"/>
            <a:ext cx="10430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JOSEPHINE THERESE P. PARRENAS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5690" y="3481808"/>
            <a:ext cx="929754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Century Gothic" panose="020B0502020202020204" pitchFamily="34" charset="0"/>
              </a:rPr>
              <a:t>PROVINCIAL HEALTH OFFICER I</a:t>
            </a:r>
          </a:p>
        </p:txBody>
      </p:sp>
    </p:spTree>
    <p:extLst>
      <p:ext uri="{BB962C8B-B14F-4D97-AF65-F5344CB8AC3E}">
        <p14:creationId xmlns:p14="http://schemas.microsoft.com/office/powerpoint/2010/main" val="2273924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195</Words>
  <Application>Microsoft Office PowerPoint</Application>
  <PresentationFormat>Widescreen</PresentationFormat>
  <Paragraphs>46</Paragraphs>
  <Slides>14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Raleway Black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2026-10-21T06:38:56Z</dcterms:created>
  <dcterms:modified xsi:type="dcterms:W3CDTF">2026-10-22T03:25:43Z</dcterms:modified>
</cp:coreProperties>
</file>