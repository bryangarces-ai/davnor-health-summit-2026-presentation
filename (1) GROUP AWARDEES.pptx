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9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9138-797B-4169-8D26-1CE1815E2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F320C-96D0-4143-92D2-A775FB402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FEC95-0566-463E-8579-EDC18B91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65198-5B4F-42FB-9D0B-CCC2C26E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2A89B-D0B1-46DA-9E45-199F8E15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154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D9D1-8298-44E8-A654-9947B9AA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4C8BA-301B-483A-8671-2CB043EC3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8BFC-C4B4-47D6-9666-46706EA2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693F9-64FD-45F6-A349-974377E1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8BFAF-DAA4-478C-86A6-7BC52B756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722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B65A-0146-478E-92F3-380187EC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05532-4309-4114-B7ED-BEA9228D9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6A73D-611D-459C-B8E3-D76E2A87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FEFEB-9E6F-4FC6-B637-E73BF3EB7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61B69-B837-4648-8E43-C0ACFB07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337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757B-950A-4D71-9EED-C20B786CD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79142-E768-45E5-BF85-C2069202C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EA932-C3C3-4B90-B0B5-7DB9E9F79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B6571-DC34-4683-85B9-531F3C67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D9577-CDF7-4450-8293-ED98EDC8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81C15-4078-4232-AC57-31089685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094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EFCF-2206-4EC2-9EA5-E0A35B3B7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B83B-3A56-4543-865F-EBE0E4148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F16DE-9E78-4484-B65B-E73859DF6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56C20-1ED6-467D-B4D3-DC763F2D7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D2362-6FB3-4E1A-BAE3-D2A7B22DB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9039B0-95B6-465E-B2B3-FC9AC0724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7EC4D-96FD-421F-A4A6-31FA0EAC5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CB9A9E-CA9A-48C0-979D-2F40BBD8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94520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D072-F427-460A-A9B4-78F3C32C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1BA41-C0A9-4F91-B73D-F47B5159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0D0CE-38BE-43BB-BB08-DDE7E5049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B6452-6200-45B4-BF7B-C1C749CA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250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C0BE9-D180-4C59-84DB-71AE4191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10CE7-3CD8-4BB0-B8EB-49F55CD5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0ADFD-3E4D-43B3-B4BA-C99C2932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7134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0CB16-5B9D-4173-843E-3AFD10B23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F7694-AB4D-4EC2-845D-823698C76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64C97-0001-4A96-919C-65C08B199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49843-9354-4FB0-9170-71EECCB8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12EBC-BF77-4E8C-A1B2-4280A63C2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BADB1-F49E-4A85-B971-A785E814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029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C454-1BA8-4B99-8640-8A8925356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96519-1EC7-4753-86F8-71BE3CBDE6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CE416-C3E6-451B-83F9-9FF8CA88C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CE6EB-8C74-4AD1-B6BF-9FB44AC4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8D80B-37DC-48A0-844C-65DB283C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3A098-8E97-4D05-8825-E411FA3F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341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DAB6-9E37-4522-8451-247A21928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F21DE-C297-4527-987D-E8248FDC0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CBA39-B9B1-4382-B158-891160497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8618B-3C04-4352-BB0A-E9D76015E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221AB-97C5-451C-86B2-BBADEAA37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48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1DEFBD-8F27-4E03-AF99-C65493308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26A31-1C74-41C5-AD18-0C57FDFA3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508A3-BD62-4B9F-9125-F0A491B7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99E04-6D90-4ADB-999B-87C901D58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D9AF6-24DC-4B91-8F6E-A7F560F2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373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C9ACBD-4F99-4B22-9D84-BB09CBFF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5B21F-31D2-480B-83CE-61AD6B0A2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ED69C-FC9E-402B-A443-60E87DF4D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4B481-F43A-4B90-A9BC-2E02C3F1896A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3D57C-7F4C-408A-BBAA-0CF741C91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7FC5-FA66-467A-816F-6C45F0BAD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E97C9-499A-427B-A404-A5766A4014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750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226" y="1367484"/>
            <a:ext cx="92975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 OF HEALTH DAVAO CENTER FOR HEALTH DEVELOPMENT</a:t>
            </a:r>
          </a:p>
        </p:txBody>
      </p:sp>
    </p:spTree>
    <p:extLst>
      <p:ext uri="{BB962C8B-B14F-4D97-AF65-F5344CB8AC3E}">
        <p14:creationId xmlns:p14="http://schemas.microsoft.com/office/powerpoint/2010/main" val="424307789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226" y="1490008"/>
            <a:ext cx="92975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SYSTEMS RESILIENCE PROJECT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CENTER FOR HEALTH DEVELOPMENT</a:t>
            </a:r>
          </a:p>
        </p:txBody>
      </p:sp>
    </p:spTree>
    <p:extLst>
      <p:ext uri="{BB962C8B-B14F-4D97-AF65-F5344CB8AC3E}">
        <p14:creationId xmlns:p14="http://schemas.microsoft.com/office/powerpoint/2010/main" val="222640310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1320675"/>
            <a:ext cx="1038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DOH CHD XI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EMERGENCY MANAGEMENT STAFF</a:t>
            </a:r>
          </a:p>
        </p:txBody>
      </p:sp>
    </p:spTree>
    <p:extLst>
      <p:ext uri="{BB962C8B-B14F-4D97-AF65-F5344CB8AC3E}">
        <p14:creationId xmlns:p14="http://schemas.microsoft.com/office/powerpoint/2010/main" val="391281172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1700" y="1660954"/>
            <a:ext cx="103886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DEPARTMENT OF HEALTH OFFICE</a:t>
            </a:r>
          </a:p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DEL NORTE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92115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226" y="1490008"/>
            <a:ext cx="929754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NATIONAL NUTRITION COUNCIL XI</a:t>
            </a:r>
          </a:p>
          <a:p>
            <a:pPr algn="ctr"/>
            <a:endParaRPr lang="en-US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RETSEBETH M. LAQUIHON, RND, MPD, MDM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REGIONAL NUTRITION PROGRAM COORDINATOR</a:t>
            </a:r>
          </a:p>
        </p:txBody>
      </p:sp>
    </p:spTree>
    <p:extLst>
      <p:ext uri="{BB962C8B-B14F-4D97-AF65-F5344CB8AC3E}">
        <p14:creationId xmlns:p14="http://schemas.microsoft.com/office/powerpoint/2010/main" val="365945990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226" y="1490008"/>
            <a:ext cx="92975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COMMISSION ON POPULATION AND DEVELOPMENT REGION XI</a:t>
            </a:r>
          </a:p>
          <a:p>
            <a:pPr algn="ctr"/>
            <a:endParaRPr lang="en-US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JEFF Y. FUENTES, MHSS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REGIONAL DIRECTOR</a:t>
            </a:r>
          </a:p>
        </p:txBody>
      </p:sp>
    </p:spTree>
    <p:extLst>
      <p:ext uri="{BB962C8B-B14F-4D97-AF65-F5344CB8AC3E}">
        <p14:creationId xmlns:p14="http://schemas.microsoft.com/office/powerpoint/2010/main" val="190595617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1700" y="1522455"/>
            <a:ext cx="1038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DEL NORTE HOSPITAL</a:t>
            </a:r>
          </a:p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KAPALONG ZONE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968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1700" y="1522455"/>
            <a:ext cx="1038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DEL NORTE HOSPITAL</a:t>
            </a:r>
          </a:p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CARMEN ZONE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88666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1700" y="1522455"/>
            <a:ext cx="1038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DEL NORTE HOSPITAL</a:t>
            </a:r>
          </a:p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IGACOS ZONE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62081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REGIONAL MEDICAL CENTER</a:t>
            </a:r>
          </a:p>
        </p:txBody>
      </p:sp>
    </p:spTree>
    <p:extLst>
      <p:ext uri="{BB962C8B-B14F-4D97-AF65-F5344CB8AC3E}">
        <p14:creationId xmlns:p14="http://schemas.microsoft.com/office/powerpoint/2010/main" val="18754535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REGIONAL MEDICAL CENTER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EMERGENCY AND DISASTER MANAGEMENT UNIT </a:t>
            </a:r>
          </a:p>
        </p:txBody>
      </p:sp>
    </p:spTree>
    <p:extLst>
      <p:ext uri="{BB962C8B-B14F-4D97-AF65-F5344CB8AC3E}">
        <p14:creationId xmlns:p14="http://schemas.microsoft.com/office/powerpoint/2010/main" val="409502642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REGIONAL MEDICAL CENTER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SURGERY DEPARTMENT</a:t>
            </a:r>
          </a:p>
        </p:txBody>
      </p:sp>
    </p:spTree>
    <p:extLst>
      <p:ext uri="{BB962C8B-B14F-4D97-AF65-F5344CB8AC3E}">
        <p14:creationId xmlns:p14="http://schemas.microsoft.com/office/powerpoint/2010/main" val="303267414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REGIONAL MEDICAL CENTER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INTERNAL MEDICINE DEPARTMENT</a:t>
            </a:r>
          </a:p>
        </p:txBody>
      </p:sp>
    </p:spTree>
    <p:extLst>
      <p:ext uri="{BB962C8B-B14F-4D97-AF65-F5344CB8AC3E}">
        <p14:creationId xmlns:p14="http://schemas.microsoft.com/office/powerpoint/2010/main" val="361945379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REGIONAL MEDICAL CENTER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OB-GYNE DEPARTMENT</a:t>
            </a:r>
          </a:p>
        </p:txBody>
      </p:sp>
    </p:spTree>
    <p:extLst>
      <p:ext uri="{BB962C8B-B14F-4D97-AF65-F5344CB8AC3E}">
        <p14:creationId xmlns:p14="http://schemas.microsoft.com/office/powerpoint/2010/main" val="199022548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PHILIPPINE DRUG ENFORCEMENT AGENCY XI</a:t>
            </a:r>
          </a:p>
          <a:p>
            <a:pPr algn="ctr"/>
            <a:r>
              <a:rPr lang="en-US" sz="3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DEL NORTE PROVINCIAL OFFICE</a:t>
            </a:r>
          </a:p>
        </p:txBody>
      </p:sp>
    </p:spTree>
    <p:extLst>
      <p:ext uri="{BB962C8B-B14F-4D97-AF65-F5344CB8AC3E}">
        <p14:creationId xmlns:p14="http://schemas.microsoft.com/office/powerpoint/2010/main" val="139126217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BUREAU OF FIRE PROTECTION</a:t>
            </a: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OFFICE OF THE PROVINCIAL FIRE MARSHAL DAVAO DEL NORTE</a:t>
            </a:r>
          </a:p>
        </p:txBody>
      </p:sp>
    </p:spTree>
    <p:extLst>
      <p:ext uri="{BB962C8B-B14F-4D97-AF65-F5344CB8AC3E}">
        <p14:creationId xmlns:p14="http://schemas.microsoft.com/office/powerpoint/2010/main" val="131786716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7334" y="1590188"/>
            <a:ext cx="104182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REGIONAL MEDICAL AND DENTAL UNIT 11 </a:t>
            </a:r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DEL NORTE PROVINCIAL MEDICAL AND DENTAL TEAM (PNP)</a:t>
            </a:r>
          </a:p>
        </p:txBody>
      </p:sp>
    </p:spTree>
    <p:extLst>
      <p:ext uri="{BB962C8B-B14F-4D97-AF65-F5344CB8AC3E}">
        <p14:creationId xmlns:p14="http://schemas.microsoft.com/office/powerpoint/2010/main" val="267559765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226" y="1327722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935" y="1496998"/>
            <a:ext cx="10418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PHILIPPINE RED CROSS 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DEL NORTE CHAPTER</a:t>
            </a:r>
            <a:endParaRPr lang="en-US" sz="4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09148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226" y="1327722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935" y="1496998"/>
            <a:ext cx="10418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DKT FOUNDATION, INC.</a:t>
            </a:r>
          </a:p>
        </p:txBody>
      </p:sp>
    </p:spTree>
    <p:extLst>
      <p:ext uri="{BB962C8B-B14F-4D97-AF65-F5344CB8AC3E}">
        <p14:creationId xmlns:p14="http://schemas.microsoft.com/office/powerpoint/2010/main" val="413608659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226" y="1327722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935" y="1496998"/>
            <a:ext cx="10418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NORTH DAVAO DENTAL CHAPTER</a:t>
            </a:r>
          </a:p>
        </p:txBody>
      </p:sp>
    </p:spTree>
    <p:extLst>
      <p:ext uri="{BB962C8B-B14F-4D97-AF65-F5344CB8AC3E}">
        <p14:creationId xmlns:p14="http://schemas.microsoft.com/office/powerpoint/2010/main" val="195353223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226" y="1327722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935" y="1496998"/>
            <a:ext cx="104182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ADVOCATES ON HIV AND AIDS SOCIETY</a:t>
            </a:r>
          </a:p>
        </p:txBody>
      </p:sp>
    </p:spTree>
    <p:extLst>
      <p:ext uri="{BB962C8B-B14F-4D97-AF65-F5344CB8AC3E}">
        <p14:creationId xmlns:p14="http://schemas.microsoft.com/office/powerpoint/2010/main" val="19573655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226" y="1327722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935" y="1496998"/>
            <a:ext cx="10418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DANGEROUS DRUGS BOARD</a:t>
            </a:r>
          </a:p>
        </p:txBody>
      </p:sp>
    </p:spTree>
    <p:extLst>
      <p:ext uri="{BB962C8B-B14F-4D97-AF65-F5344CB8AC3E}">
        <p14:creationId xmlns:p14="http://schemas.microsoft.com/office/powerpoint/2010/main" val="246208076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226" y="1327722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935" y="1496998"/>
            <a:ext cx="104182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PHILIPPINE TUBERCULOSIS SOCIETY, INC.</a:t>
            </a:r>
          </a:p>
        </p:txBody>
      </p:sp>
    </p:spTree>
    <p:extLst>
      <p:ext uri="{BB962C8B-B14F-4D97-AF65-F5344CB8AC3E}">
        <p14:creationId xmlns:p14="http://schemas.microsoft.com/office/powerpoint/2010/main" val="95210541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226" y="1327722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935" y="1496998"/>
            <a:ext cx="104182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FAMILY PLANNING ORGANIZATION OF THE PHILIPPINES</a:t>
            </a:r>
          </a:p>
        </p:txBody>
      </p:sp>
    </p:spTree>
    <p:extLst>
      <p:ext uri="{BB962C8B-B14F-4D97-AF65-F5344CB8AC3E}">
        <p14:creationId xmlns:p14="http://schemas.microsoft.com/office/powerpoint/2010/main" val="35687668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226" y="1327722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935" y="1496998"/>
            <a:ext cx="10418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ROTARY CLUB OF TAGUM NORTH</a:t>
            </a:r>
          </a:p>
        </p:txBody>
      </p:sp>
    </p:spTree>
    <p:extLst>
      <p:ext uri="{BB962C8B-B14F-4D97-AF65-F5344CB8AC3E}">
        <p14:creationId xmlns:p14="http://schemas.microsoft.com/office/powerpoint/2010/main" val="344962750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226" y="1327722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1496998"/>
            <a:ext cx="1068916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PHILHEALTH LOCAL HEALTH INSURANCE OFFICE</a:t>
            </a:r>
          </a:p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TAGUM CITY</a:t>
            </a:r>
          </a:p>
        </p:txBody>
      </p:sp>
    </p:spTree>
    <p:extLst>
      <p:ext uri="{BB962C8B-B14F-4D97-AF65-F5344CB8AC3E}">
        <p14:creationId xmlns:p14="http://schemas.microsoft.com/office/powerpoint/2010/main" val="72999366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 OF EDUCATION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DIVISION OF DAVAO DEL NORTE</a:t>
            </a:r>
          </a:p>
        </p:txBody>
      </p:sp>
    </p:spTree>
    <p:extLst>
      <p:ext uri="{BB962C8B-B14F-4D97-AF65-F5344CB8AC3E}">
        <p14:creationId xmlns:p14="http://schemas.microsoft.com/office/powerpoint/2010/main" val="51153209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 OF EDUCATION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DIVISION OF TAGUM CITY</a:t>
            </a:r>
          </a:p>
        </p:txBody>
      </p:sp>
    </p:spTree>
    <p:extLst>
      <p:ext uri="{BB962C8B-B14F-4D97-AF65-F5344CB8AC3E}">
        <p14:creationId xmlns:p14="http://schemas.microsoft.com/office/powerpoint/2010/main" val="382764081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067" y="1522455"/>
            <a:ext cx="104182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 OF EDUCATION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DIVISION OF PANABO CITY</a:t>
            </a:r>
          </a:p>
        </p:txBody>
      </p:sp>
    </p:spTree>
    <p:extLst>
      <p:ext uri="{BB962C8B-B14F-4D97-AF65-F5344CB8AC3E}">
        <p14:creationId xmlns:p14="http://schemas.microsoft.com/office/powerpoint/2010/main" val="49210079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 OF EDUCATION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DIVISION OF ISLAND GARDEN CITY OF SAMAL</a:t>
            </a:r>
          </a:p>
        </p:txBody>
      </p:sp>
    </p:spTree>
    <p:extLst>
      <p:ext uri="{BB962C8B-B14F-4D97-AF65-F5344CB8AC3E}">
        <p14:creationId xmlns:p14="http://schemas.microsoft.com/office/powerpoint/2010/main" val="133765206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 OF INTERIOR AND LOCAL GOVERNMENT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DEL NORTE</a:t>
            </a:r>
          </a:p>
        </p:txBody>
      </p:sp>
    </p:spTree>
    <p:extLst>
      <p:ext uri="{BB962C8B-B14F-4D97-AF65-F5344CB8AC3E}">
        <p14:creationId xmlns:p14="http://schemas.microsoft.com/office/powerpoint/2010/main" val="28674045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PHILIPPINE PEDIATRIC SOCIETY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SOUTHERN MINDANAO CHAPTER</a:t>
            </a:r>
          </a:p>
        </p:txBody>
      </p:sp>
    </p:spTree>
    <p:extLst>
      <p:ext uri="{BB962C8B-B14F-4D97-AF65-F5344CB8AC3E}">
        <p14:creationId xmlns:p14="http://schemas.microsoft.com/office/powerpoint/2010/main" val="151277166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ECONOMIC ENTERPRISE &amp; DEVELOPMENT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68485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LEGAL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53582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INFORMATION, COMMUNICATION, AND KNOWLEDGE MANAGEMENT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10523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HUMAN RESOURCE &amp; MANAGEMENT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25838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BUDGET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16218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TREASURER'S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50115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ASSESSOR'S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65956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PLANNING AND DEVELOPMENT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1964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ENGINEERING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58301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ACCOUNTING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54918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SOCIAL WELFARE AND DEVELOPMENT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57967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ENVIRONMENT &amp; NATURAL RESOURCES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61865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VETERENARIAN'S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05705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OFFICE OF THE SECRETARY TO THE SANGGUNIAN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03675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SPORTS AND YOUTH DEVELOPMENT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67415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DISASTER RISK REDUCTION AND MANAGEMENT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2282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AGRICULTURIST'S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78616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PROVINCIAL GENERAL SERVICES OFFICE</a:t>
            </a:r>
            <a:endParaRPr lang="en-US" sz="36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20753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340</Words>
  <Application>Microsoft Office PowerPoint</Application>
  <PresentationFormat>Widescreen</PresentationFormat>
  <Paragraphs>76</Paragraphs>
  <Slides>50</Slides>
  <Notes>0</Notes>
  <HiddenSlides>0</HiddenSlides>
  <MMClips>50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Raleway Black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2026-10-21T06:18:49Z</dcterms:created>
  <dcterms:modified xsi:type="dcterms:W3CDTF">2026-10-21T06:53:43Z</dcterms:modified>
</cp:coreProperties>
</file>