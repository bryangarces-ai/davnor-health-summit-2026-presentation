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4" r:id="rId2"/>
    <p:sldId id="345" r:id="rId3"/>
    <p:sldId id="346" r:id="rId4"/>
    <p:sldId id="347" r:id="rId5"/>
    <p:sldId id="348" r:id="rId6"/>
    <p:sldId id="349" r:id="rId7"/>
    <p:sldId id="350" r:id="rId8"/>
    <p:sldId id="351" r:id="rId9"/>
    <p:sldId id="352" r:id="rId10"/>
    <p:sldId id="353" r:id="rId11"/>
    <p:sldId id="354" r:id="rId12"/>
    <p:sldId id="355" r:id="rId13"/>
    <p:sldId id="356" r:id="rId14"/>
    <p:sldId id="384" r:id="rId15"/>
    <p:sldId id="357" r:id="rId16"/>
    <p:sldId id="358" r:id="rId17"/>
    <p:sldId id="359" r:id="rId18"/>
    <p:sldId id="360" r:id="rId19"/>
    <p:sldId id="361" r:id="rId20"/>
    <p:sldId id="362" r:id="rId21"/>
    <p:sldId id="363" r:id="rId22"/>
    <p:sldId id="364" r:id="rId23"/>
    <p:sldId id="365" r:id="rId24"/>
    <p:sldId id="367" r:id="rId25"/>
    <p:sldId id="366" r:id="rId26"/>
    <p:sldId id="368" r:id="rId27"/>
    <p:sldId id="369" r:id="rId28"/>
    <p:sldId id="370" r:id="rId29"/>
    <p:sldId id="371" r:id="rId30"/>
    <p:sldId id="372" r:id="rId31"/>
    <p:sldId id="373" r:id="rId32"/>
    <p:sldId id="374" r:id="rId33"/>
    <p:sldId id="375" r:id="rId34"/>
    <p:sldId id="376" r:id="rId35"/>
    <p:sldId id="377" r:id="rId36"/>
    <p:sldId id="378" r:id="rId37"/>
    <p:sldId id="379" r:id="rId38"/>
    <p:sldId id="380" r:id="rId39"/>
    <p:sldId id="381" r:id="rId40"/>
    <p:sldId id="382" r:id="rId41"/>
    <p:sldId id="383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008080"/>
    <a:srgbClr val="517D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8460D-DE9E-4F18-A6B0-3CDFA42254D8}" type="datetimeFigureOut">
              <a:rPr lang="en-PH" smtClean="0"/>
              <a:t>21/10/2026</a:t>
            </a:fld>
            <a:endParaRPr lang="en-PH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03D71-5A0D-41F9-A926-1C78473C7A5E}" type="slidenum">
              <a:rPr lang="en-PH" smtClean="0"/>
              <a:t>‹#›</a:t>
            </a:fld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528803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8460D-DE9E-4F18-A6B0-3CDFA42254D8}" type="datetimeFigureOut">
              <a:rPr lang="en-PH" smtClean="0"/>
              <a:t>21/10/2026</a:t>
            </a:fld>
            <a:endParaRPr lang="en-PH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03D71-5A0D-41F9-A926-1C78473C7A5E}" type="slidenum">
              <a:rPr lang="en-PH" smtClean="0"/>
              <a:t>‹#›</a:t>
            </a:fld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127514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8460D-DE9E-4F18-A6B0-3CDFA42254D8}" type="datetimeFigureOut">
              <a:rPr lang="en-PH" smtClean="0"/>
              <a:t>21/10/2026</a:t>
            </a:fld>
            <a:endParaRPr lang="en-PH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03D71-5A0D-41F9-A926-1C78473C7A5E}" type="slidenum">
              <a:rPr lang="en-PH" smtClean="0"/>
              <a:t>‹#›</a:t>
            </a:fld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811874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8460D-DE9E-4F18-A6B0-3CDFA42254D8}" type="datetimeFigureOut">
              <a:rPr lang="en-PH" smtClean="0"/>
              <a:t>21/10/2026</a:t>
            </a:fld>
            <a:endParaRPr lang="en-PH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03D71-5A0D-41F9-A926-1C78473C7A5E}" type="slidenum">
              <a:rPr lang="en-PH" smtClean="0"/>
              <a:t>‹#›</a:t>
            </a:fld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546911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8460D-DE9E-4F18-A6B0-3CDFA42254D8}" type="datetimeFigureOut">
              <a:rPr lang="en-PH" smtClean="0"/>
              <a:t>21/10/2026</a:t>
            </a:fld>
            <a:endParaRPr lang="en-PH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03D71-5A0D-41F9-A926-1C78473C7A5E}" type="slidenum">
              <a:rPr lang="en-PH" smtClean="0"/>
              <a:t>‹#›</a:t>
            </a:fld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452401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8460D-DE9E-4F18-A6B0-3CDFA42254D8}" type="datetimeFigureOut">
              <a:rPr lang="en-PH" smtClean="0"/>
              <a:t>21/10/2026</a:t>
            </a:fld>
            <a:endParaRPr lang="en-PH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03D71-5A0D-41F9-A926-1C78473C7A5E}" type="slidenum">
              <a:rPr lang="en-PH" smtClean="0"/>
              <a:t>‹#›</a:t>
            </a:fld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981686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8460D-DE9E-4F18-A6B0-3CDFA42254D8}" type="datetimeFigureOut">
              <a:rPr lang="en-PH" smtClean="0"/>
              <a:t>21/10/2026</a:t>
            </a:fld>
            <a:endParaRPr lang="en-PH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03D71-5A0D-41F9-A926-1C78473C7A5E}" type="slidenum">
              <a:rPr lang="en-PH" smtClean="0"/>
              <a:t>‹#›</a:t>
            </a:fld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647262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8460D-DE9E-4F18-A6B0-3CDFA42254D8}" type="datetimeFigureOut">
              <a:rPr lang="en-PH" smtClean="0"/>
              <a:t>21/10/2026</a:t>
            </a:fld>
            <a:endParaRPr lang="en-PH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03D71-5A0D-41F9-A926-1C78473C7A5E}" type="slidenum">
              <a:rPr lang="en-PH" smtClean="0"/>
              <a:t>‹#›</a:t>
            </a:fld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422668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8460D-DE9E-4F18-A6B0-3CDFA42254D8}" type="datetimeFigureOut">
              <a:rPr lang="en-PH" smtClean="0"/>
              <a:t>21/10/2026</a:t>
            </a:fld>
            <a:endParaRPr lang="en-PH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03D71-5A0D-41F9-A926-1C78473C7A5E}" type="slidenum">
              <a:rPr lang="en-PH" smtClean="0"/>
              <a:t>‹#›</a:t>
            </a:fld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696973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8460D-DE9E-4F18-A6B0-3CDFA42254D8}" type="datetimeFigureOut">
              <a:rPr lang="en-PH" smtClean="0"/>
              <a:t>21/10/2026</a:t>
            </a:fld>
            <a:endParaRPr lang="en-PH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03D71-5A0D-41F9-A926-1C78473C7A5E}" type="slidenum">
              <a:rPr lang="en-PH" smtClean="0"/>
              <a:t>‹#›</a:t>
            </a:fld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843453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8460D-DE9E-4F18-A6B0-3CDFA42254D8}" type="datetimeFigureOut">
              <a:rPr lang="en-PH" smtClean="0"/>
              <a:t>21/10/2026</a:t>
            </a:fld>
            <a:endParaRPr lang="en-PH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03D71-5A0D-41F9-A926-1C78473C7A5E}" type="slidenum">
              <a:rPr lang="en-PH" smtClean="0"/>
              <a:t>‹#›</a:t>
            </a:fld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694475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68460D-DE9E-4F18-A6B0-3CDFA42254D8}" type="datetimeFigureOut">
              <a:rPr lang="en-PH" smtClean="0"/>
              <a:t>21/10/2026</a:t>
            </a:fld>
            <a:endParaRPr lang="en-PH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003D71-5A0D-41F9-A926-1C78473C7A5E}" type="slidenum">
              <a:rPr lang="en-PH" smtClean="0"/>
              <a:t>‹#›</a:t>
            </a:fld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83719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HIGHEST DEMAND GENERATION FOR BILATERAL TUBAL LIGATION</a:t>
            </a:r>
          </a:p>
          <a:p>
            <a:pPr algn="ctr"/>
            <a:endParaRPr lang="it-IT" sz="24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it-IT" sz="4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BARANGAY HEALTH STATION TIBAL-OG</a:t>
            </a:r>
            <a:endParaRPr lang="en-US" sz="40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3894519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SPECIAL AWARD IN NATIONAL IMMUNIZATION PROGRAM</a:t>
            </a:r>
          </a:p>
          <a:p>
            <a:pPr algn="ctr"/>
            <a:endParaRPr lang="it-IT" sz="14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it-IT" sz="44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DIVINA MALILA</a:t>
            </a:r>
          </a:p>
          <a:p>
            <a:pPr algn="ctr"/>
            <a:r>
              <a:rPr lang="en-US" sz="2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City Health Office of Tagum</a:t>
            </a:r>
          </a:p>
        </p:txBody>
      </p:sp>
    </p:spTree>
    <p:extLst>
      <p:ext uri="{BB962C8B-B14F-4D97-AF65-F5344CB8AC3E}">
        <p14:creationId xmlns:p14="http://schemas.microsoft.com/office/powerpoint/2010/main" val="86558233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SPECIAL AWARD IN DENTAL HEALTH CARE PROGRAM</a:t>
            </a:r>
          </a:p>
          <a:p>
            <a:pPr algn="ctr"/>
            <a:endParaRPr lang="it-IT" sz="14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it-IT" sz="44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ROY ALBANO, DMD</a:t>
            </a:r>
          </a:p>
          <a:p>
            <a:pPr algn="ctr"/>
            <a:r>
              <a:rPr lang="en-US" sz="2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City Health Office of Tagum</a:t>
            </a:r>
          </a:p>
        </p:txBody>
      </p:sp>
    </p:spTree>
    <p:extLst>
      <p:ext uri="{BB962C8B-B14F-4D97-AF65-F5344CB8AC3E}">
        <p14:creationId xmlns:p14="http://schemas.microsoft.com/office/powerpoint/2010/main" val="1563715673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SPECIAL AWARD IN TB PREVENTION AND CONTROL PROGRAM</a:t>
            </a:r>
          </a:p>
          <a:p>
            <a:pPr algn="ctr"/>
            <a:endParaRPr lang="it-IT" sz="14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it-IT" sz="4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JOHANN CALVIN P. CHIENG, RN</a:t>
            </a:r>
          </a:p>
          <a:p>
            <a:pPr algn="ctr"/>
            <a:r>
              <a:rPr lang="en-US" sz="2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City Health Office of Tagum</a:t>
            </a:r>
          </a:p>
        </p:txBody>
      </p:sp>
    </p:spTree>
    <p:extLst>
      <p:ext uri="{BB962C8B-B14F-4D97-AF65-F5344CB8AC3E}">
        <p14:creationId xmlns:p14="http://schemas.microsoft.com/office/powerpoint/2010/main" val="425916553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SPECIAL AWARD IN WOMEN'S HEALTH CARE PROGRAM</a:t>
            </a:r>
          </a:p>
          <a:p>
            <a:pPr algn="ctr"/>
            <a:endParaRPr lang="it-IT" sz="14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it-IT" sz="4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AMOREY M. AGCOPRA, RM</a:t>
            </a:r>
          </a:p>
          <a:p>
            <a:pPr algn="ctr"/>
            <a:r>
              <a:rPr lang="en-US" sz="2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City Health Office of </a:t>
            </a:r>
            <a:r>
              <a:rPr lang="en-US" sz="2800" b="1" dirty="0" err="1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Panabo</a:t>
            </a:r>
            <a:endParaRPr lang="en-US" sz="28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8864172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SPECIAL AWARD IN ENVIRONMENTAL, OCCUPATIONAL HEALTH AND SANITATION PROGRAM</a:t>
            </a:r>
          </a:p>
          <a:p>
            <a:pPr algn="ctr"/>
            <a:endParaRPr lang="it-IT" sz="14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32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ISLAND GARDEN CITY OF SAMAL SANITATION TEAM</a:t>
            </a:r>
          </a:p>
          <a:p>
            <a:pPr algn="ctr"/>
            <a:r>
              <a:rPr lang="en-US" sz="2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City Health Office of IGACOS</a:t>
            </a:r>
          </a:p>
        </p:txBody>
      </p:sp>
    </p:spTree>
    <p:extLst>
      <p:ext uri="{BB962C8B-B14F-4D97-AF65-F5344CB8AC3E}">
        <p14:creationId xmlns:p14="http://schemas.microsoft.com/office/powerpoint/2010/main" val="904179909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2508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PROGRAM MANAGER IN EXCLUSIVE BREASTFEEDING PROGRAM</a:t>
            </a:r>
          </a:p>
          <a:p>
            <a:pPr algn="ctr"/>
            <a:endParaRPr lang="en-US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SPECIAL AWARD IN INTEGRATED MANAGEMENT OF CHILDHOOD ILLNESS (IMCI) PROGRAM</a:t>
            </a:r>
          </a:p>
          <a:p>
            <a:pPr algn="ctr"/>
            <a:endParaRPr lang="en-US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SPECIAL AWARD IN NATIONAL IMMUNIZATION PROGRAM</a:t>
            </a:r>
          </a:p>
          <a:p>
            <a:pPr algn="ctr"/>
            <a:endParaRPr lang="en-US" sz="11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it-IT" sz="36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MARY GRACE P. EMBALSADO, RN</a:t>
            </a:r>
          </a:p>
          <a:p>
            <a:pPr algn="ctr"/>
            <a:r>
              <a:rPr lang="en-US" sz="2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Municipal Health Office of New Corella</a:t>
            </a:r>
          </a:p>
        </p:txBody>
      </p:sp>
    </p:spTree>
    <p:extLst>
      <p:ext uri="{BB962C8B-B14F-4D97-AF65-F5344CB8AC3E}">
        <p14:creationId xmlns:p14="http://schemas.microsoft.com/office/powerpoint/2010/main" val="3242736758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SPECIAL AWARD IN WOMEN'S HEALTH CARE PROGRAM</a:t>
            </a:r>
          </a:p>
          <a:p>
            <a:pPr algn="ctr"/>
            <a:endParaRPr lang="it-IT" sz="14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it-IT" sz="4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VILMA D. SAREN, RM</a:t>
            </a:r>
          </a:p>
          <a:p>
            <a:pPr algn="ctr"/>
            <a:r>
              <a:rPr lang="en-US" sz="2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Municipal Health Office of New Corella</a:t>
            </a:r>
          </a:p>
        </p:txBody>
      </p:sp>
    </p:spTree>
    <p:extLst>
      <p:ext uri="{BB962C8B-B14F-4D97-AF65-F5344CB8AC3E}">
        <p14:creationId xmlns:p14="http://schemas.microsoft.com/office/powerpoint/2010/main" val="4136262539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PROGRAM MANAGER IN TB PREVENTION AND CONTROL PROGRAM</a:t>
            </a:r>
          </a:p>
          <a:p>
            <a:pPr algn="ctr"/>
            <a:endParaRPr lang="en-US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SPECIAL AWARD IN EPIDEMIOLOGY AND SURVEILLANCE SYSTEM PROGRAM</a:t>
            </a:r>
          </a:p>
          <a:p>
            <a:pPr algn="ctr"/>
            <a:endParaRPr lang="en-US" sz="11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36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IRWIN JOSEPH B. BATIBUT, RN, LPT</a:t>
            </a:r>
          </a:p>
          <a:p>
            <a:pPr algn="ctr"/>
            <a:r>
              <a:rPr lang="en-US" sz="2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Municipal Health Office of </a:t>
            </a:r>
            <a:r>
              <a:rPr lang="en-US" sz="2000" b="1" dirty="0" err="1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Kapalong</a:t>
            </a:r>
            <a:endParaRPr lang="en-US" sz="20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00944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PROGRAM MANAGER IN LOCAL HEALTH BOARD AND INTER LOCAL HEALTH ZONE PROGRAM</a:t>
            </a:r>
          </a:p>
          <a:p>
            <a:pPr algn="ctr"/>
            <a:endParaRPr lang="it-IT" sz="14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it-IT" sz="4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DR. ARNEL R. FLORENDO</a:t>
            </a:r>
          </a:p>
          <a:p>
            <a:pPr algn="ctr"/>
            <a:r>
              <a:rPr lang="en-US" sz="2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City Health Office of Tagum</a:t>
            </a:r>
          </a:p>
        </p:txBody>
      </p:sp>
    </p:spTree>
    <p:extLst>
      <p:ext uri="{BB962C8B-B14F-4D97-AF65-F5344CB8AC3E}">
        <p14:creationId xmlns:p14="http://schemas.microsoft.com/office/powerpoint/2010/main" val="338285572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2508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PROGRAM MANAGER IN THE OPERATION OF BARANGAY HEALTH WORKERS (BHW) PROGRAM</a:t>
            </a:r>
          </a:p>
          <a:p>
            <a:pPr algn="ctr"/>
            <a:endParaRPr lang="en-US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PROGRAM MANAGER IN DAVAO DEL NORTE ELECTRONIC HEALTH REFERRAL SYSTEM (DEHEARS) PROGRAM</a:t>
            </a:r>
          </a:p>
          <a:p>
            <a:pPr algn="ctr"/>
            <a:endParaRPr lang="en-US" sz="11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pt-BR" sz="36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MARIA CLEOFE T. FLORES, RN, MAN</a:t>
            </a:r>
          </a:p>
          <a:p>
            <a:pPr algn="ctr"/>
            <a:r>
              <a:rPr lang="en-US" sz="2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City Health Office of Tagum</a:t>
            </a:r>
          </a:p>
        </p:txBody>
      </p:sp>
    </p:spTree>
    <p:extLst>
      <p:ext uri="{BB962C8B-B14F-4D97-AF65-F5344CB8AC3E}">
        <p14:creationId xmlns:p14="http://schemas.microsoft.com/office/powerpoint/2010/main" val="1561509144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BARANGAY HEALTH WORKER FEDERATION PRESIDENT</a:t>
            </a:r>
          </a:p>
          <a:p>
            <a:pPr algn="ctr"/>
            <a:endParaRPr lang="it-IT" sz="14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it-IT" sz="4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RAMA B. ASUBE</a:t>
            </a:r>
          </a:p>
          <a:p>
            <a:pPr algn="ctr"/>
            <a:r>
              <a:rPr lang="en-US" sz="2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City Health Office of Tagum</a:t>
            </a:r>
          </a:p>
        </p:txBody>
      </p:sp>
    </p:spTree>
    <p:extLst>
      <p:ext uri="{BB962C8B-B14F-4D97-AF65-F5344CB8AC3E}">
        <p14:creationId xmlns:p14="http://schemas.microsoft.com/office/powerpoint/2010/main" val="57067268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PROGRAM MANAGER IN DAVAO DEL NORTE HEALTH INFORMATION AND MANAGEMENT SYSTEM (DHIMS)</a:t>
            </a:r>
          </a:p>
          <a:p>
            <a:pPr algn="ctr"/>
            <a:endParaRPr lang="it-IT" sz="14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it-IT" sz="4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MARY MARGOT G. LAGURA</a:t>
            </a:r>
          </a:p>
          <a:p>
            <a:pPr algn="ctr"/>
            <a:r>
              <a:rPr lang="en-US" sz="2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City Health Office of </a:t>
            </a:r>
            <a:r>
              <a:rPr lang="en-US" sz="2800" b="1" dirty="0" err="1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Panabo</a:t>
            </a:r>
            <a:endParaRPr lang="en-US" sz="28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6706510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PROGRAM MANAGER IN INTEGRATED MANAGEMENT OF CHILDHOOD ILLNESS (IMCI) PROGRAM</a:t>
            </a:r>
          </a:p>
          <a:p>
            <a:pPr algn="ctr"/>
            <a:endParaRPr lang="it-IT" sz="14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it-IT" sz="4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ETHEL FELIPE MORENTE, RN</a:t>
            </a:r>
          </a:p>
          <a:p>
            <a:pPr algn="ctr"/>
            <a:r>
              <a:rPr lang="en-US" sz="2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City Health Office of Tagum</a:t>
            </a:r>
          </a:p>
        </p:txBody>
      </p:sp>
    </p:spTree>
    <p:extLst>
      <p:ext uri="{BB962C8B-B14F-4D97-AF65-F5344CB8AC3E}">
        <p14:creationId xmlns:p14="http://schemas.microsoft.com/office/powerpoint/2010/main" val="2420182068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PROGRAM MANAGER IN MALE REPRODUCTIVE HEALTH CARE PROGRAM</a:t>
            </a:r>
          </a:p>
          <a:p>
            <a:pPr algn="ctr"/>
            <a:endParaRPr lang="it-IT" sz="14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it-IT" sz="4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ANA LIZA C. SAEZ, RN</a:t>
            </a:r>
          </a:p>
          <a:p>
            <a:pPr algn="ctr"/>
            <a:r>
              <a:rPr lang="en-US" sz="2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City Health Office of Island Garden City of </a:t>
            </a:r>
            <a:r>
              <a:rPr lang="en-US" sz="2800" b="1" dirty="0" err="1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Samal</a:t>
            </a:r>
            <a:endParaRPr lang="en-US" sz="28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2159058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PROGRAM MANAGER IN FAMILY PLANNING PROGRAM</a:t>
            </a:r>
          </a:p>
          <a:p>
            <a:pPr algn="ctr"/>
            <a:endParaRPr lang="it-IT" sz="14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it-IT" sz="4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MARY ANN L. TUMAMPIL</a:t>
            </a:r>
          </a:p>
          <a:p>
            <a:pPr algn="ctr"/>
            <a:r>
              <a:rPr lang="en-US" sz="2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City Health Office of </a:t>
            </a:r>
            <a:r>
              <a:rPr lang="en-US" sz="2800" b="1" dirty="0" err="1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Panabo</a:t>
            </a:r>
            <a:endParaRPr lang="en-US" sz="28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795852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PROGRAM MANAGER IN POPULATION AND MANAGEMENT SERVICES PROGRAM</a:t>
            </a:r>
          </a:p>
          <a:p>
            <a:pPr algn="ctr"/>
            <a:endParaRPr lang="it-IT" sz="14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it-IT" sz="4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LORELIE R. ORIOL, RN</a:t>
            </a:r>
          </a:p>
          <a:p>
            <a:pPr algn="ctr"/>
            <a:r>
              <a:rPr lang="en-US" sz="2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City Health Office of </a:t>
            </a:r>
            <a:r>
              <a:rPr lang="en-US" sz="2800" b="1" dirty="0" err="1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Panabo</a:t>
            </a:r>
            <a:endParaRPr lang="en-US" sz="28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7971277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PROGRAM MANAGER IN NUTRITION PROGRAM</a:t>
            </a:r>
          </a:p>
          <a:p>
            <a:pPr algn="ctr"/>
            <a:endParaRPr lang="it-IT" sz="14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it-IT" sz="4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GUILLERMO E. OLDEN</a:t>
            </a:r>
          </a:p>
          <a:p>
            <a:pPr algn="ctr"/>
            <a:r>
              <a:rPr lang="en-US" sz="2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City Health Office of Island Garden City of </a:t>
            </a:r>
            <a:r>
              <a:rPr lang="en-US" sz="2800" b="1" dirty="0" err="1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Samal</a:t>
            </a:r>
            <a:endParaRPr lang="en-US" sz="28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7804259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PROGRAM MANAGER IN EXCLUSIVE BREASTFEEDING PROGRAM</a:t>
            </a:r>
          </a:p>
          <a:p>
            <a:pPr algn="ctr"/>
            <a:endParaRPr lang="it-IT" sz="14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de-DE" sz="4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LESLIE ANN P. MESOLIS, RND</a:t>
            </a:r>
          </a:p>
          <a:p>
            <a:pPr algn="ctr"/>
            <a:r>
              <a:rPr lang="en-US" sz="2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City Health Office of Tagum</a:t>
            </a:r>
          </a:p>
        </p:txBody>
      </p:sp>
    </p:spTree>
    <p:extLst>
      <p:ext uri="{BB962C8B-B14F-4D97-AF65-F5344CB8AC3E}">
        <p14:creationId xmlns:p14="http://schemas.microsoft.com/office/powerpoint/2010/main" val="3653715184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PROGRAM MANAGER IN STI/HIV PREVENTION AND CONTROL PROGRAM</a:t>
            </a:r>
          </a:p>
          <a:p>
            <a:pPr algn="ctr"/>
            <a:endParaRPr lang="it-IT" sz="14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de-DE" sz="4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MARIANNE C. SENO, RN</a:t>
            </a:r>
          </a:p>
          <a:p>
            <a:pPr algn="ctr"/>
            <a:r>
              <a:rPr lang="en-US" sz="2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City Health Office of Tagum</a:t>
            </a:r>
          </a:p>
        </p:txBody>
      </p:sp>
    </p:spTree>
    <p:extLst>
      <p:ext uri="{BB962C8B-B14F-4D97-AF65-F5344CB8AC3E}">
        <p14:creationId xmlns:p14="http://schemas.microsoft.com/office/powerpoint/2010/main" val="787182556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PROGRAM MANAGER IN RABIES PREVENTION AND CONTROL PROGRAM</a:t>
            </a:r>
          </a:p>
          <a:p>
            <a:pPr algn="ctr"/>
            <a:endParaRPr lang="it-IT" sz="14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de-DE" sz="4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ANNE MICHELLE S. LAMBAN, RN</a:t>
            </a:r>
          </a:p>
          <a:p>
            <a:pPr algn="ctr"/>
            <a:r>
              <a:rPr lang="en-US" sz="2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City Health Office of </a:t>
            </a:r>
            <a:r>
              <a:rPr lang="en-US" sz="2800" b="1" dirty="0" err="1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Panabo</a:t>
            </a:r>
            <a:endParaRPr lang="en-US" sz="28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5605405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PROGRAM MANAGER IN TOBACCO PREVENTION AND CONTROL PROGRAM</a:t>
            </a:r>
          </a:p>
          <a:p>
            <a:pPr algn="ctr"/>
            <a:endParaRPr lang="it-IT" sz="14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sv-SE" sz="4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ANA MARIE E.  MAKABENTA, RN</a:t>
            </a:r>
          </a:p>
          <a:p>
            <a:pPr algn="ctr"/>
            <a:r>
              <a:rPr lang="en-US" sz="2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City Health Office of Island Garden City of </a:t>
            </a:r>
            <a:r>
              <a:rPr lang="en-US" sz="2800" b="1" dirty="0" err="1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Samal</a:t>
            </a:r>
            <a:endParaRPr lang="en-US" sz="28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4940153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PROGRAM MANAGER IN NON COMMUNICABLE DISEASE (NCD) PREVENTION AND CONTROL PROGRAM</a:t>
            </a:r>
          </a:p>
          <a:p>
            <a:pPr algn="ctr"/>
            <a:endParaRPr lang="it-IT" sz="14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sv-SE" sz="4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SOFIA D. BENDIJO, RND</a:t>
            </a:r>
          </a:p>
          <a:p>
            <a:pPr algn="ctr"/>
            <a:r>
              <a:rPr lang="en-US" sz="2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City Health Office of </a:t>
            </a:r>
            <a:r>
              <a:rPr lang="en-US" sz="2800" b="1" dirty="0" err="1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Panabo</a:t>
            </a:r>
            <a:endParaRPr lang="en-US" sz="28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3525289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PROGRAM MANAGER IN MENTAL HEALTH PROGRAM</a:t>
            </a:r>
          </a:p>
          <a:p>
            <a:pPr algn="ctr"/>
            <a:endParaRPr lang="it-IT" sz="14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s-ES" sz="4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LOUELA ANN O. CABALLERO, RN</a:t>
            </a:r>
          </a:p>
          <a:p>
            <a:pPr algn="ctr"/>
            <a:r>
              <a:rPr lang="en-US" sz="2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City Health Office of Island Garden City of </a:t>
            </a:r>
            <a:r>
              <a:rPr lang="en-US" sz="2800" b="1" dirty="0" err="1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Samal</a:t>
            </a:r>
            <a:endParaRPr lang="en-US" sz="28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269549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HEALTH PROMOTION OFFICER FOR HEALTHY SETTINGS</a:t>
            </a:r>
          </a:p>
          <a:p>
            <a:pPr algn="ctr"/>
            <a:endParaRPr lang="it-IT" sz="14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s-ES" sz="4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CHERI S. LENDIO, RN</a:t>
            </a:r>
          </a:p>
          <a:p>
            <a:pPr algn="ctr"/>
            <a:r>
              <a:rPr lang="en-US" sz="2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City Health Office of </a:t>
            </a:r>
            <a:r>
              <a:rPr lang="en-US" sz="2800" b="1" dirty="0" err="1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Panabo</a:t>
            </a:r>
            <a:endParaRPr lang="en-US" sz="28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6561568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PROGRAM MANAGER IN EPIDEMIOLOGY AND SURVEILLANCE SYSTEM PROGRAM</a:t>
            </a:r>
          </a:p>
          <a:p>
            <a:pPr algn="ctr"/>
            <a:endParaRPr lang="it-IT" sz="14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s-ES" sz="4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JUVELLEIN P. RAVARA, RN</a:t>
            </a:r>
          </a:p>
          <a:p>
            <a:pPr algn="ctr"/>
            <a:r>
              <a:rPr lang="en-US" sz="2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City Health Office of Tagum</a:t>
            </a:r>
          </a:p>
        </p:txBody>
      </p:sp>
    </p:spTree>
    <p:extLst>
      <p:ext uri="{BB962C8B-B14F-4D97-AF65-F5344CB8AC3E}">
        <p14:creationId xmlns:p14="http://schemas.microsoft.com/office/powerpoint/2010/main" val="1599227332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PROGRAM MANAGER IN DISASTER RISK REDUCTION AND MANAGEMENT IN HEALTH (DRRM H) PROGRAM</a:t>
            </a:r>
          </a:p>
          <a:p>
            <a:pPr algn="ctr"/>
            <a:endParaRPr lang="it-IT" sz="14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s-ES" sz="4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EDEN M. LUSTRE, RN</a:t>
            </a:r>
          </a:p>
          <a:p>
            <a:pPr algn="ctr"/>
            <a:r>
              <a:rPr lang="en-US" sz="2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City Health Office of </a:t>
            </a:r>
            <a:r>
              <a:rPr lang="en-US" sz="2800" b="1" dirty="0" err="1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Panabo</a:t>
            </a:r>
            <a:endParaRPr lang="en-US" sz="28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001990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PROGRAM MANAGER IN ADOLESCENT HEALTH AND YOUTH DEVELOPMENT PROGRAM</a:t>
            </a:r>
          </a:p>
          <a:p>
            <a:pPr algn="ctr"/>
            <a:endParaRPr lang="it-IT" sz="14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s-ES" sz="4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CARLYN T. QUIETA, RSW, MSSW</a:t>
            </a:r>
          </a:p>
          <a:p>
            <a:pPr algn="ctr"/>
            <a:r>
              <a:rPr lang="en-US" sz="2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City Health Office of </a:t>
            </a:r>
            <a:r>
              <a:rPr lang="en-US" sz="2800" b="1" dirty="0" err="1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Panabo</a:t>
            </a:r>
            <a:endParaRPr lang="en-US" sz="28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181239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PROGRAM MANAGER IN LOCAL HEALTH BOARD AND INTER LOCAL HEALTH ZONE PROGRAM</a:t>
            </a:r>
          </a:p>
          <a:p>
            <a:pPr algn="ctr"/>
            <a:endParaRPr lang="it-IT" sz="14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s-ES" sz="4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DR. NANCY O. CACAYORIN</a:t>
            </a:r>
          </a:p>
          <a:p>
            <a:pPr algn="ctr"/>
            <a:r>
              <a:rPr lang="en-US" sz="2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Municipal Health Office of New Corella</a:t>
            </a:r>
          </a:p>
        </p:txBody>
      </p:sp>
    </p:spTree>
    <p:extLst>
      <p:ext uri="{BB962C8B-B14F-4D97-AF65-F5344CB8AC3E}">
        <p14:creationId xmlns:p14="http://schemas.microsoft.com/office/powerpoint/2010/main" val="749685705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PROGRAM MANAGER IN THE OPERATION OF BARANGAY HEALTH WORKERS (BHW) PROGRAM</a:t>
            </a:r>
          </a:p>
          <a:p>
            <a:pPr algn="ctr"/>
            <a:endParaRPr lang="it-IT" sz="14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s-ES" sz="4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MARY JEAN G. VALDEZ, RM</a:t>
            </a:r>
          </a:p>
          <a:p>
            <a:pPr algn="ctr"/>
            <a:r>
              <a:rPr lang="en-US" sz="2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Municipal Health Office of Carmen</a:t>
            </a:r>
          </a:p>
        </p:txBody>
      </p:sp>
    </p:spTree>
    <p:extLst>
      <p:ext uri="{BB962C8B-B14F-4D97-AF65-F5344CB8AC3E}">
        <p14:creationId xmlns:p14="http://schemas.microsoft.com/office/powerpoint/2010/main" val="454021220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BARANGAY HEALTH WORKER FEDERATION PRESIDENT</a:t>
            </a:r>
          </a:p>
          <a:p>
            <a:pPr algn="ctr"/>
            <a:endParaRPr lang="it-IT" sz="14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s-ES" sz="4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BENETTE P. MAYONO</a:t>
            </a:r>
          </a:p>
          <a:p>
            <a:pPr algn="ctr"/>
            <a:r>
              <a:rPr lang="en-US" sz="2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Municipal Health Office of Carmen</a:t>
            </a:r>
          </a:p>
        </p:txBody>
      </p:sp>
    </p:spTree>
    <p:extLst>
      <p:ext uri="{BB962C8B-B14F-4D97-AF65-F5344CB8AC3E}">
        <p14:creationId xmlns:p14="http://schemas.microsoft.com/office/powerpoint/2010/main" val="103881127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2231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PROGRAM MANAGER IN DAVAO DEL NORTE HEALTH INFORMATION AND MANAGEMENT SYSTEM (DHIMS)</a:t>
            </a:r>
          </a:p>
          <a:p>
            <a:pPr algn="ctr"/>
            <a:endParaRPr lang="en-US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PROGRAM MANAGER IN RABIES PREVENTION AND CONTROL PROGRAM</a:t>
            </a:r>
          </a:p>
          <a:p>
            <a:pPr algn="ctr"/>
            <a:endParaRPr lang="en-US" sz="11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pt-BR" sz="36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MARICRES B. POSTANES, RN</a:t>
            </a:r>
          </a:p>
          <a:p>
            <a:pPr algn="ctr"/>
            <a:r>
              <a:rPr lang="en-US" sz="2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Municipal Health Office of New Corella</a:t>
            </a:r>
          </a:p>
        </p:txBody>
      </p:sp>
    </p:spTree>
    <p:extLst>
      <p:ext uri="{BB962C8B-B14F-4D97-AF65-F5344CB8AC3E}">
        <p14:creationId xmlns:p14="http://schemas.microsoft.com/office/powerpoint/2010/main" val="667037365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PROGRAM MANAGER IN MALE REPRODUCTIVE HEALTH CARE PROGRAM</a:t>
            </a:r>
          </a:p>
          <a:p>
            <a:pPr algn="ctr"/>
            <a:endParaRPr lang="it-IT" sz="14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s-ES" sz="4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JESTER B. MAKOL</a:t>
            </a:r>
          </a:p>
          <a:p>
            <a:pPr algn="ctr"/>
            <a:r>
              <a:rPr lang="en-US" sz="2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Municipal Health Office of B. E. </a:t>
            </a:r>
            <a:r>
              <a:rPr lang="en-US" sz="2800" b="1" dirty="0" err="1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Dujali</a:t>
            </a:r>
            <a:endParaRPr lang="en-US" sz="28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1483358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PROGRAM MANAGER IN FAMILY PLANNING PROGRAM</a:t>
            </a:r>
          </a:p>
          <a:p>
            <a:pPr algn="ctr"/>
            <a:endParaRPr lang="it-IT" sz="14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s-ES" sz="4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JACLYN ROSE ZAPHIRE S. SABLAS, RM</a:t>
            </a:r>
          </a:p>
          <a:p>
            <a:pPr algn="ctr"/>
            <a:r>
              <a:rPr lang="en-US" sz="2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Municipal Health Office of Carmen</a:t>
            </a:r>
          </a:p>
        </p:txBody>
      </p:sp>
    </p:spTree>
    <p:extLst>
      <p:ext uri="{BB962C8B-B14F-4D97-AF65-F5344CB8AC3E}">
        <p14:creationId xmlns:p14="http://schemas.microsoft.com/office/powerpoint/2010/main" val="4127413059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PROGRAM MANAGER IN NUTRITION PROGRAM</a:t>
            </a:r>
          </a:p>
          <a:p>
            <a:pPr algn="ctr"/>
            <a:endParaRPr lang="it-IT" sz="14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s-ES" sz="4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SIGRID PORTIA MACASA, MD</a:t>
            </a:r>
          </a:p>
          <a:p>
            <a:pPr algn="ctr"/>
            <a:r>
              <a:rPr lang="en-US" sz="2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Municipal Health Office of </a:t>
            </a:r>
            <a:r>
              <a:rPr lang="en-US" sz="2800" b="1" dirty="0" err="1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Kapalong</a:t>
            </a:r>
            <a:endParaRPr lang="en-US" sz="28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824999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PROGRAM MANAGER IN ENVIRONMENTAL, OCCUPATIONAL HEALTH AND SANITATION PROGRAM</a:t>
            </a:r>
          </a:p>
          <a:p>
            <a:pPr algn="ctr"/>
            <a:endParaRPr lang="it-IT" sz="14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s-ES" sz="4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ESMERALDA C. ALFORQUE, RM</a:t>
            </a:r>
          </a:p>
          <a:p>
            <a:pPr algn="ctr"/>
            <a:r>
              <a:rPr lang="en-US" sz="2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Municipal Health Office of </a:t>
            </a:r>
            <a:r>
              <a:rPr lang="en-US" sz="2800" b="1" dirty="0" err="1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</a:t>
            </a:r>
            <a:r>
              <a:rPr lang="en-US" sz="2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Tomas</a:t>
            </a:r>
          </a:p>
        </p:txBody>
      </p:sp>
    </p:spTree>
    <p:extLst>
      <p:ext uri="{BB962C8B-B14F-4D97-AF65-F5344CB8AC3E}">
        <p14:creationId xmlns:p14="http://schemas.microsoft.com/office/powerpoint/2010/main" val="3495786265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PROGRAM MANAGER IN STI/HIV PREVENTION AND CONTROL PROGRAM</a:t>
            </a:r>
          </a:p>
          <a:p>
            <a:pPr algn="ctr"/>
            <a:endParaRPr lang="it-IT" sz="14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s-ES" sz="4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GEMMA M. DURAN, RM</a:t>
            </a:r>
          </a:p>
          <a:p>
            <a:pPr algn="ctr"/>
            <a:r>
              <a:rPr lang="en-US" sz="2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Municipal Health Office of </a:t>
            </a:r>
            <a:r>
              <a:rPr lang="en-US" sz="2800" b="1" dirty="0" err="1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</a:t>
            </a:r>
            <a:r>
              <a:rPr lang="en-US" sz="2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Tomas</a:t>
            </a:r>
          </a:p>
        </p:txBody>
      </p:sp>
    </p:spTree>
    <p:extLst>
      <p:ext uri="{BB962C8B-B14F-4D97-AF65-F5344CB8AC3E}">
        <p14:creationId xmlns:p14="http://schemas.microsoft.com/office/powerpoint/2010/main" val="1504664260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2231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PROGRAM MANAGER IN TOBACCO PREVENTION AND CONTROL PROGRAM</a:t>
            </a:r>
          </a:p>
          <a:p>
            <a:pPr algn="ctr"/>
            <a:endParaRPr lang="en-US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PROGRAM MANAGER IN DISASTER RISK REDUCTION AND MANAGEMENT IN HEALTH (DRRM H) PROGRAM</a:t>
            </a:r>
          </a:p>
          <a:p>
            <a:pPr algn="ctr"/>
            <a:endParaRPr lang="en-US" sz="11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pt-BR" sz="36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LIZA C. MANUBAG, RN</a:t>
            </a:r>
          </a:p>
          <a:p>
            <a:pPr algn="ctr"/>
            <a:r>
              <a:rPr lang="en-US" sz="2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Municipal Health Office of New Corella</a:t>
            </a:r>
          </a:p>
        </p:txBody>
      </p:sp>
    </p:spTree>
    <p:extLst>
      <p:ext uri="{BB962C8B-B14F-4D97-AF65-F5344CB8AC3E}">
        <p14:creationId xmlns:p14="http://schemas.microsoft.com/office/powerpoint/2010/main" val="1174386344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HEALTH PROMOTION OFFICER FOR HEALTHY SETTINGS</a:t>
            </a:r>
          </a:p>
          <a:p>
            <a:pPr algn="ctr"/>
            <a:endParaRPr lang="it-IT" sz="14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SHAIRA FAITH G. LIGANSO, RM</a:t>
            </a:r>
          </a:p>
          <a:p>
            <a:pPr algn="ctr"/>
            <a:r>
              <a:rPr lang="en-US" sz="2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Municipal Health Office of </a:t>
            </a:r>
            <a:r>
              <a:rPr lang="en-US" sz="2800" b="1" dirty="0" err="1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Kapalong</a:t>
            </a:r>
            <a:endParaRPr lang="en-US" sz="28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8317612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PROGRAM MANAGER IN ADOLESCENT HEALTH AND YOUTH DEVELOPMENT PROGRAM</a:t>
            </a:r>
          </a:p>
          <a:p>
            <a:pPr algn="ctr"/>
            <a:endParaRPr lang="it-IT" sz="14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FLORENCE M. GUMERA</a:t>
            </a:r>
          </a:p>
          <a:p>
            <a:pPr algn="ctr"/>
            <a:r>
              <a:rPr lang="en-US" sz="2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Municipal Health Office of </a:t>
            </a:r>
            <a:r>
              <a:rPr lang="en-US" sz="2800" b="1" dirty="0" err="1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</a:t>
            </a:r>
            <a:r>
              <a:rPr lang="en-US" sz="2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Tomas</a:t>
            </a:r>
          </a:p>
        </p:txBody>
      </p:sp>
    </p:spTree>
    <p:extLst>
      <p:ext uri="{BB962C8B-B14F-4D97-AF65-F5344CB8AC3E}">
        <p14:creationId xmlns:p14="http://schemas.microsoft.com/office/powerpoint/2010/main" val="2202322937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PROGRAM MANAGER IN POPULATION AND MANAGEMENT SERVICES PROGRAM</a:t>
            </a:r>
          </a:p>
          <a:p>
            <a:pPr algn="ctr"/>
            <a:endParaRPr lang="it-IT" sz="1400" b="1" dirty="0">
              <a:ln w="22225">
                <a:noFill/>
                <a:prstDash val="solid"/>
              </a:ln>
              <a:solidFill>
                <a:srgbClr val="FF33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JOVELYN A. DUMALUAN, RN, MAN</a:t>
            </a:r>
          </a:p>
          <a:p>
            <a:pPr algn="ctr"/>
            <a:r>
              <a:rPr lang="en-US" sz="2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Municipal Health Office of B. E. </a:t>
            </a:r>
            <a:r>
              <a:rPr lang="en-US" sz="2800" b="1" dirty="0" err="1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Dujali</a:t>
            </a:r>
            <a:endParaRPr lang="en-US" sz="28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895304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</TotalTime>
  <Words>970</Words>
  <Application>Microsoft Office PowerPoint</Application>
  <PresentationFormat>Widescreen</PresentationFormat>
  <Paragraphs>175</Paragraphs>
  <Slides>41</Slides>
  <Notes>0</Notes>
  <HiddenSlides>0</HiddenSlides>
  <MMClips>41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Arial</vt:lpstr>
      <vt:lpstr>Calibri</vt:lpstr>
      <vt:lpstr>Calibri Light</vt:lpstr>
      <vt:lpstr>Raleway Black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User</cp:lastModifiedBy>
  <cp:revision>92</cp:revision>
  <dcterms:created xsi:type="dcterms:W3CDTF">2026-10-14T01:53:45Z</dcterms:created>
  <dcterms:modified xsi:type="dcterms:W3CDTF">2026-10-21T06:56:44Z</dcterms:modified>
</cp:coreProperties>
</file>