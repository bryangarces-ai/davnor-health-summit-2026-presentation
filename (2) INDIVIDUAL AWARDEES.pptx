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BA12-092A-4E78-A880-61FD8E6EC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DC6FB-8AA0-4B08-9532-E375638A1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FD55-1B3F-4157-952C-9E670F21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545DF-0AB8-4CDE-8A43-25F65EBD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4679-059B-4962-96AA-27D6AD8E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251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8754-5A39-445F-A3B2-BABA13944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9C871-3176-4FB1-B4D5-8579AE1CE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96C7-92D7-4CBD-ABC5-9EE6E9CE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87C67-8AF3-493E-AB83-03EB5D784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52B10-E1AE-4AC9-A012-CAE1E5AF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133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5C29-ABBD-4B1C-AB8F-77B05051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95715-CC42-45DB-BEBD-4DBD24BFC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2283A-3BE3-4A4F-8B72-14069EAFA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E85EE-E6D3-4DB4-AA90-C93A3D6B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DC10E-AAF5-4CE8-BB18-74AE49B9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9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6CFB-EC90-46AA-A86A-23E4F29A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C9CBF-848C-4203-8F83-0EC976953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E547B-49B4-4D4C-8D0D-8909FD2E7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5CBF2-588B-4272-8127-33530B54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01D82-0A3E-453B-991C-EF3F942E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67606-A733-4462-8D9C-DEEE989A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460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DA7F-D56A-47F5-B704-B1D8E5E2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AA7D6-845C-420D-A469-C0C32BE62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78D2-0609-42CE-9900-9B5E5CFA7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7DFD4-AB1A-49F9-B467-8E4240253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5500C-4297-4935-9260-C62AE1271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E9861-C28B-4E72-B03E-D0663AF4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0B858-F6E8-425F-844D-1F7F4C0E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AE6EC-4C2E-47D6-9D83-50E15C22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226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79CE-6357-4A58-9CA3-57BF92C3C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14D50-451C-4E21-870E-D22E1184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8567E-E266-4247-B39D-FE8D9498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F8EBD-C86A-4907-AF3C-873A09DD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833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6F957-6A82-4B54-8207-85655E68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92F80-A54D-41FB-8E65-21BD2B37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DFD52-07C5-4D2E-8740-7145A758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12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9ED3-1805-4277-9DE1-F680BA86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9CD44-DBA9-4CAD-ACC6-E4187260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256E7-1548-4B2A-95FD-8A445BBCD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9BBA0-A7E0-4F72-940D-41478377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E6A11-22F3-446C-BDC7-7C9CE4FF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AB079-D31F-4C6A-BAEA-DE69D7EC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90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6998-345E-46DB-9D83-2E0E8A48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8386E-2B0D-425F-926E-28DAABD22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D4183-3506-473F-91A9-2853951C6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D3F69-F073-4CB1-B8AB-321AEFAC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C8FF0-515B-4782-9ADB-19C96E49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42A66-C983-4F5C-9924-67996AB1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19844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B31A-B756-4E7E-9B4C-449ABE0E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E3952-BF30-4316-BE6C-3107B3B83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C7FCC-6D12-48D0-AEC6-C1F540B1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F215B-6C25-4C97-ACE8-D3CF1603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E74D8-DA40-45A0-9E1B-B2D5DF00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8921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1CAAD-AE95-49E4-80CA-4E89DF552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B61F0-91C2-4C62-8781-BD8E05541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9C052-2D08-4388-A853-DAA787814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DD627-6FE1-4CCB-876E-0A389FB7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55121-B0DA-4D6C-A979-76D8896B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640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9F671-1667-49CC-AFA4-1B66E2D6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B95BB-192E-43B7-BE22-85F5745AF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844A-8371-4A21-8AA1-E86C22466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090AA-32F7-4FCF-AAB2-B3517E28D2FC}" type="datetimeFigureOut">
              <a:rPr lang="en-PH" smtClean="0"/>
              <a:t>21/10/2026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DCEF9-62C8-4646-812B-D1C0DC92B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087C9-01EE-4198-B119-E8C990465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F5D59-08CA-4637-95E2-CEF545185C5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256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NULL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DIGITAL HEALTH CHAMPION AWARD</a:t>
            </a:r>
          </a:p>
          <a:p>
            <a:pPr algn="ctr"/>
            <a:r>
              <a:rPr lang="es-E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RODEL M. FLORES, MD, FPCS, FPSGS, MPA, MBA-HA</a:t>
            </a:r>
            <a:endParaRPr lang="en-US" sz="32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2977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5825" y="1319255"/>
            <a:ext cx="1120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KRISTIN C. TAN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her valuable contribution to the Province- wide Health Systems activities</a:t>
            </a:r>
          </a:p>
        </p:txBody>
      </p:sp>
    </p:spTree>
    <p:extLst>
      <p:ext uri="{BB962C8B-B14F-4D97-AF65-F5344CB8AC3E}">
        <p14:creationId xmlns:p14="http://schemas.microsoft.com/office/powerpoint/2010/main" val="137815967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OUTSTANDING PARTNER IN HEALTH</a:t>
            </a:r>
          </a:p>
          <a:p>
            <a:pPr algn="ctr"/>
            <a:r>
              <a:rPr lang="es-E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JUSTIN M. VILLACORTA, MD</a:t>
            </a:r>
            <a:endParaRPr lang="en-US" sz="40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83016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GENESES JEREMIAS L. APARE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recognition of his active role in halting the HIV epidemic</a:t>
            </a:r>
          </a:p>
        </p:txBody>
      </p:sp>
    </p:spTree>
    <p:extLst>
      <p:ext uri="{BB962C8B-B14F-4D97-AF65-F5344CB8AC3E}">
        <p14:creationId xmlns:p14="http://schemas.microsoft.com/office/powerpoint/2010/main" val="4596199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GUARDIAN OF PUBLIC HEALTH AWARD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 RYAN DIZON, MN, MBA-HP, RN</a:t>
            </a:r>
          </a:p>
        </p:txBody>
      </p:sp>
    </p:spTree>
    <p:extLst>
      <p:ext uri="{BB962C8B-B14F-4D97-AF65-F5344CB8AC3E}">
        <p14:creationId xmlns:p14="http://schemas.microsoft.com/office/powerpoint/2010/main" val="176617419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FOOD AND DRUG ADMINISTRATION</a:t>
            </a:r>
          </a:p>
          <a:p>
            <a:pPr algn="ctr"/>
            <a:r>
              <a:rPr lang="en-US" sz="28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DAVAO TESTING AND QUALITY ASSURANCE LABORATORY</a:t>
            </a:r>
          </a:p>
          <a:p>
            <a:pPr algn="ctr"/>
            <a:endParaRPr lang="en-US" sz="28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the unwavering support to the Provincial Epidemiology and Health Statistics Unit of Davao del Norte</a:t>
            </a:r>
          </a:p>
        </p:txBody>
      </p:sp>
    </p:spTree>
    <p:extLst>
      <p:ext uri="{BB962C8B-B14F-4D97-AF65-F5344CB8AC3E}">
        <p14:creationId xmlns:p14="http://schemas.microsoft.com/office/powerpoint/2010/main" val="315313140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SF01 REX E MAITEM, RN, EMT</a:t>
            </a:r>
          </a:p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grateful recognition of your exemplary service, unwavering commitment, and invaluable contribution to the Disaster Risk Reduction and Management in Health (DRRM-H) Program</a:t>
            </a:r>
          </a:p>
        </p:txBody>
      </p:sp>
    </p:spTree>
    <p:extLst>
      <p:ext uri="{BB962C8B-B14F-4D97-AF65-F5344CB8AC3E}">
        <p14:creationId xmlns:p14="http://schemas.microsoft.com/office/powerpoint/2010/main" val="60434645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MARY ANNE L. BERNAS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PATHOLOGIST</a:t>
            </a:r>
          </a:p>
        </p:txBody>
      </p:sp>
    </p:spTree>
    <p:extLst>
      <p:ext uri="{BB962C8B-B14F-4D97-AF65-F5344CB8AC3E}">
        <p14:creationId xmlns:p14="http://schemas.microsoft.com/office/powerpoint/2010/main" val="8581391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ESPER ANN J. CASTAÑEDA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PSYCHIATRIST</a:t>
            </a:r>
          </a:p>
        </p:txBody>
      </p:sp>
    </p:spTree>
    <p:extLst>
      <p:ext uri="{BB962C8B-B14F-4D97-AF65-F5344CB8AC3E}">
        <p14:creationId xmlns:p14="http://schemas.microsoft.com/office/powerpoint/2010/main" val="173149632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GLENN A. PONO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PULMONOLOGIST</a:t>
            </a:r>
          </a:p>
        </p:txBody>
      </p:sp>
    </p:spTree>
    <p:extLst>
      <p:ext uri="{BB962C8B-B14F-4D97-AF65-F5344CB8AC3E}">
        <p14:creationId xmlns:p14="http://schemas.microsoft.com/office/powerpoint/2010/main" val="8409926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JANICE G. ESPARAGOZA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RADIOLOGIST</a:t>
            </a:r>
          </a:p>
        </p:txBody>
      </p:sp>
    </p:spTree>
    <p:extLst>
      <p:ext uri="{BB962C8B-B14F-4D97-AF65-F5344CB8AC3E}">
        <p14:creationId xmlns:p14="http://schemas.microsoft.com/office/powerpoint/2010/main" val="322521149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RACHELE JAN L. ENOJADA, DPBP, FPPA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Consultant Psychiatrist of the </a:t>
            </a:r>
            <a:r>
              <a:rPr lang="en-US" sz="32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Luntiang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Paraiso Regional Rehabilitation Center</a:t>
            </a:r>
          </a:p>
        </p:txBody>
      </p:sp>
    </p:spTree>
    <p:extLst>
      <p:ext uri="{BB962C8B-B14F-4D97-AF65-F5344CB8AC3E}">
        <p14:creationId xmlns:p14="http://schemas.microsoft.com/office/powerpoint/2010/main" val="175401031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VINCENT KLENT P. JUMALON, RPSY</a:t>
            </a:r>
          </a:p>
          <a:p>
            <a:pPr algn="ctr"/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Consultant Psychologist of the </a:t>
            </a:r>
            <a:r>
              <a:rPr lang="en-US" sz="3200" b="1" dirty="0" err="1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Luntiang</a:t>
            </a:r>
            <a:r>
              <a:rPr lang="en-US" sz="32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Paraiso Regional Rehabilitation Center</a:t>
            </a:r>
          </a:p>
        </p:txBody>
      </p:sp>
    </p:spTree>
    <p:extLst>
      <p:ext uri="{BB962C8B-B14F-4D97-AF65-F5344CB8AC3E}">
        <p14:creationId xmlns:p14="http://schemas.microsoft.com/office/powerpoint/2010/main" val="378576846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REYMAR LANTICSE</a:t>
            </a:r>
          </a:p>
        </p:txBody>
      </p:sp>
    </p:spTree>
    <p:extLst>
      <p:ext uri="{BB962C8B-B14F-4D97-AF65-F5344CB8AC3E}">
        <p14:creationId xmlns:p14="http://schemas.microsoft.com/office/powerpoint/2010/main" val="128970153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JONALYN G. BETONIO</a:t>
            </a:r>
          </a:p>
        </p:txBody>
      </p:sp>
    </p:spTree>
    <p:extLst>
      <p:ext uri="{BB962C8B-B14F-4D97-AF65-F5344CB8AC3E}">
        <p14:creationId xmlns:p14="http://schemas.microsoft.com/office/powerpoint/2010/main" val="322480596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CHRISTIAN H. ANDACAO</a:t>
            </a:r>
          </a:p>
        </p:txBody>
      </p:sp>
    </p:spTree>
    <p:extLst>
      <p:ext uri="{BB962C8B-B14F-4D97-AF65-F5344CB8AC3E}">
        <p14:creationId xmlns:p14="http://schemas.microsoft.com/office/powerpoint/2010/main" val="380738128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SHENE CEDRICK S. ELIZADA</a:t>
            </a:r>
          </a:p>
        </p:txBody>
      </p:sp>
    </p:spTree>
    <p:extLst>
      <p:ext uri="{BB962C8B-B14F-4D97-AF65-F5344CB8AC3E}">
        <p14:creationId xmlns:p14="http://schemas.microsoft.com/office/powerpoint/2010/main" val="74693954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HERACATTE BALINANG</a:t>
            </a:r>
          </a:p>
        </p:txBody>
      </p:sp>
    </p:spTree>
    <p:extLst>
      <p:ext uri="{BB962C8B-B14F-4D97-AF65-F5344CB8AC3E}">
        <p14:creationId xmlns:p14="http://schemas.microsoft.com/office/powerpoint/2010/main" val="200859311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CHRISTIAN C. MAHINAY</a:t>
            </a:r>
          </a:p>
        </p:txBody>
      </p:sp>
    </p:spTree>
    <p:extLst>
      <p:ext uri="{BB962C8B-B14F-4D97-AF65-F5344CB8AC3E}">
        <p14:creationId xmlns:p14="http://schemas.microsoft.com/office/powerpoint/2010/main" val="313415974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22225">
                  <a:noFill/>
                  <a:prstDash val="solid"/>
                </a:ln>
                <a:solidFill>
                  <a:srgbClr val="FF33C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RECOGNITION FOR YOUTH LEADERSHIP AND SERVICE</a:t>
            </a:r>
          </a:p>
          <a:p>
            <a:pPr algn="ctr"/>
            <a:r>
              <a:rPr lang="en-US" sz="40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MARIECREZ ANGEL B. DELGADO</a:t>
            </a:r>
          </a:p>
        </p:txBody>
      </p:sp>
    </p:spTree>
    <p:extLst>
      <p:ext uri="{BB962C8B-B14F-4D97-AF65-F5344CB8AC3E}">
        <p14:creationId xmlns:p14="http://schemas.microsoft.com/office/powerpoint/2010/main" val="7508506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ENGR. LORENA M. ORILLA , MPA</a:t>
            </a:r>
          </a:p>
        </p:txBody>
      </p:sp>
    </p:spTree>
    <p:extLst>
      <p:ext uri="{BB962C8B-B14F-4D97-AF65-F5344CB8AC3E}">
        <p14:creationId xmlns:p14="http://schemas.microsoft.com/office/powerpoint/2010/main" val="219084084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NANCY O. CACAYORIN</a:t>
            </a:r>
          </a:p>
        </p:txBody>
      </p:sp>
    </p:spTree>
    <p:extLst>
      <p:ext uri="{BB962C8B-B14F-4D97-AF65-F5344CB8AC3E}">
        <p14:creationId xmlns:p14="http://schemas.microsoft.com/office/powerpoint/2010/main" val="231319242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MA. CRISTINA B. JIMENA</a:t>
            </a:r>
            <a:endParaRPr lang="en-US" sz="4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33072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een Simple Thank You Video (1)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7751" y="1522455"/>
            <a:ext cx="9297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b="1" dirty="0">
              <a:ln w="22225">
                <a:noFill/>
                <a:prstDash val="solid"/>
              </a:ln>
              <a:solidFill>
                <a:srgbClr val="FF33CC"/>
              </a:solidFill>
              <a:latin typeface="Raleway Black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667" y="1522455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b="1" dirty="0">
                <a:ln w="22225">
                  <a:noFill/>
                  <a:prstDash val="solid"/>
                </a:ln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MARITES B. SOBRECAREY, RSW</a:t>
            </a:r>
            <a:endParaRPr lang="en-US" sz="4400" b="1" dirty="0">
              <a:ln w="22225">
                <a:noFill/>
                <a:prstDash val="solid"/>
              </a:ln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1055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296</Words>
  <Application>Microsoft Office PowerPoint</Application>
  <PresentationFormat>Widescreen</PresentationFormat>
  <Paragraphs>46</Paragraphs>
  <Slides>24</Slides>
  <Notes>0</Notes>
  <HiddenSlides>0</HiddenSlides>
  <MMClips>24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Raleway Black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2026-10-21T06:17:29Z</dcterms:created>
  <dcterms:modified xsi:type="dcterms:W3CDTF">2026-10-21T06:22:20Z</dcterms:modified>
</cp:coreProperties>
</file>